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5" autoAdjust="0"/>
    <p:restoredTop sz="95026" autoAdjust="0"/>
  </p:normalViewPr>
  <p:slideViewPr>
    <p:cSldViewPr snapToGrid="0">
      <p:cViewPr varScale="1">
        <p:scale>
          <a:sx n="81" d="100"/>
          <a:sy n="81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35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37FA5-3328-4E1C-AFF1-FDE307A55A4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37723-60A2-4A5F-A786-3B10A284F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背景抑制与AGC改进</a:t>
            </a:r>
          </a:p>
          <a:p>
            <a:pPr>
              <a:defRPr sz="2200"/>
            </a:pPr>
            <a:r>
              <a:t>探地雷达项目组会汇报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2026-03-02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空载/无人机GPR回波含强直达波与地表杂波，掩盖弱目标。</a:t>
            </a:r>
          </a:p>
          <a:p>
            <a:pPr>
              <a:defRPr sz="2000"/>
            </a:pPr>
            <a:r>
              <a:t>现有处理链：dewow → zero-time → AGC → 背景抑制 → 平滑，参数依赖经验。</a:t>
            </a:r>
          </a:p>
          <a:p>
            <a:pPr>
              <a:defRPr sz="2000"/>
            </a:pPr>
            <a:r>
              <a:t>需要对AGC与背景抑制做可比的改进与消融评估。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现有流程（基线）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数据：A8-NEW-1.csv，第4列幅值，801点/trace → 801×79 B-scan。</a:t>
            </a:r>
          </a:p>
          <a:p>
            <a:pPr>
              <a:defRPr sz="2000"/>
            </a:pPr>
            <a:r>
              <a:t>基线处理：agcGain(window=151) + subtracting_average_2D(ntraces=79)。</a:t>
            </a:r>
          </a:p>
          <a:p>
            <a:pPr>
              <a:defRPr sz="2000"/>
            </a:pPr>
            <a:r>
              <a:t>输出：baseline_subavg.png 作为对比基准。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改进点（AGC + 背景抑制）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AGC改进：更大窗口(301) + 增益上限(cap=10)抑制过放大噪声。</a:t>
            </a:r>
          </a:p>
          <a:p>
            <a:pPr>
              <a:defRPr sz="2000"/>
            </a:pPr>
            <a:r>
              <a:t>背景抑制改进：AGC后引入SVD低秩分离，去除稳定背景(秩=1)。</a:t>
            </a:r>
          </a:p>
          <a:p>
            <a:pPr>
              <a:defRPr sz="2000"/>
            </a:pPr>
            <a:r>
              <a:t>后续：加入参数自适应与消融模板（不同窗长/秩/F-K角度）。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对比图（B-scan）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左：基线；中：背景抑制改进（SVD）；右：AGC改进（window=301+cap）。</a:t>
            </a:r>
          </a:p>
        </p:txBody>
      </p:sp>
      <p:pic>
        <p:nvPicPr>
          <p:cNvPr id="6" name="Picture 5" descr="A8-NEW-1_baseline_sub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3291840" cy="1645920"/>
          </a:xfrm>
          <a:prstGeom prst="rect">
            <a:avLst/>
          </a:prstGeom>
        </p:spPr>
      </p:pic>
      <p:pic>
        <p:nvPicPr>
          <p:cNvPr id="7" name="Picture 6" descr="A8-NEW-1_bg_svd_ran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011680"/>
            <a:ext cx="3291840" cy="1645920"/>
          </a:xfrm>
          <a:prstGeom prst="rect">
            <a:avLst/>
          </a:prstGeom>
        </p:spPr>
      </p:pic>
      <p:pic>
        <p:nvPicPr>
          <p:cNvPr id="8" name="Picture 7" descr="A8-NEW-1_agcimp_suba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011680"/>
            <a:ext cx="32918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适配航空GPR分析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空耦/空载场景中地表反射强，需在AGC前后引入表面回波/低秩背景抑制。</a:t>
            </a:r>
          </a:p>
          <a:p>
            <a:pPr>
              <a:defRPr sz="2000"/>
            </a:pPr>
            <a:r>
              <a:t>建议统一色标与SNR定义，避免不同飞行高度/增益造成的假提升。</a:t>
            </a:r>
          </a:p>
          <a:p>
            <a:pPr>
              <a:defRPr sz="2000"/>
            </a:pPr>
            <a:r>
              <a:t>结合文献：F-K阻带、RPCA/核范数、DTVM等作为对照基线。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不足与下一步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默认指标（A8-NEW-1, 统一色标）：基线SNR≈12 dB；SVD背景抑制与基线接近(SSIM≈0.995)；</a:t>
            </a:r>
          </a:p>
          <a:p>
            <a:r>
              <a:t>AGC改进在当前窗口定义下SNR/对比度下降(SSIM≈0.21)，需进一步调参验证目标保持性。</a:t>
            </a:r>
          </a:p>
          <a:p>
            <a:r>
              <a:t>A8-NEW-1含NaN trace需剔除/填补；后续补充无AGC/不同窗/不同秩的消融对照。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统一色标对比图</a:t>
            </a:r>
          </a:p>
        </p:txBody>
      </p:sp>
      <p:pic>
        <p:nvPicPr>
          <p:cNvPr id="3" name="Picture 2" descr="统一色标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292608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8346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Baseline</a:t>
            </a:r>
          </a:p>
        </p:txBody>
      </p:sp>
      <p:pic>
        <p:nvPicPr>
          <p:cNvPr id="5" name="Picture 4" descr="统一色标_sv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80160"/>
            <a:ext cx="292608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28346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SVD背景抑制</a:t>
            </a:r>
          </a:p>
        </p:txBody>
      </p:sp>
      <p:pic>
        <p:nvPicPr>
          <p:cNvPr id="7" name="Picture 6" descr="统一色标_ag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80160"/>
            <a:ext cx="292608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28346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AGC改进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消融指标表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800100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SNR(dB)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对比度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结构保真(SSIM)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运行耗时(s)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1.16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SVD背景抑制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AGC改进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注：统一色标输出；目标窗/背景窗为基线图中RMS最大/最小区域(40×10)，在y=100~700内搜索。SNR=目标窗RMS/噪声窗RMS(dB)。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ViY2JkMjU3NGYzZTEwMzZmMGFkZWViYmNkYWU3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3890</TotalTime>
  <Words>1727</Words>
  <Application>Microsoft Office PowerPoint</Application>
  <PresentationFormat>宽屏</PresentationFormat>
  <Paragraphs>185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黑体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映昵 向</dc:creator>
  <cp:lastModifiedBy>Jian Hao Di</cp:lastModifiedBy>
  <cp:revision>57</cp:revision>
  <dcterms:created xsi:type="dcterms:W3CDTF">2024-05-06T14:11:00Z</dcterms:created>
  <dcterms:modified xsi:type="dcterms:W3CDTF">2026-02-26T16:31:59Z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71EBC29B06834F26B485FA1E5FCD2594_12</vt:lpwstr>
  </property>
  <property fmtid="{D5CDD505-2E9C-101B-9397-08002B2CF9AE}" pid="3" name="KSOProductBuildVer">
    <vt:lpwstr>2052-12.1.0.24657</vt:lpwstr>
  </property>
</Properties>
</file>