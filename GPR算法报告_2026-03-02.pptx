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2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85" r:id="rId3"/>
    <p:sldId id="266" r:id="rId4"/>
    <p:sldId id="258" r:id="rId5"/>
    <p:sldId id="260" r:id="rId6"/>
    <p:sldId id="264" r:id="rId7"/>
    <p:sldId id="275" r:id="rId14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75" autoAdjust="0"/>
    <p:restoredTop sz="95026" autoAdjust="0"/>
  </p:normalViewPr>
  <p:slideViewPr>
    <p:cSldViewPr snapToGrid="0">
      <p:cViewPr>
        <p:scale>
          <a:sx n="81" d="100"/>
          <a:sy n="81" d="100"/>
        </p:scale>
        <p:origin x="173" y="-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9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25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" Type="http://schemas.openxmlformats.org/officeDocument/2006/relationships/slideMaster" Target="slideMasters/slide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37FA5-3328-4E1C-AFF1-FDE307A55A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A37723-60A2-4A5F-A786-3B10A284F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12B30-B520-4610-A329-80457D7D01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83B8C-6552-43C9-94CF-8DC95475258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3.xml.rels><?xml version="1.0" encoding="UTF-8"?>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.xml.rels><?xml version="1.0" encoding="UTF-8"?>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9.png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5.xml.rels><?xml version="1.0" encoding="UTF-8"?>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Relationship Id="rId3" Type="http://schemas.openxmlformats.org/officeDocument/2006/relationships/image" Target="../media/image16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645104"/>
            <a:ext cx="12192000" cy="321289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-1" y="2863273"/>
            <a:ext cx="12192001" cy="8206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等腰三角形 4"/>
          <p:cNvSpPr/>
          <p:nvPr/>
        </p:nvSpPr>
        <p:spPr>
          <a:xfrm rot="10800000">
            <a:off x="-324465" y="3645104"/>
            <a:ext cx="12840929" cy="1059753"/>
          </a:xfrm>
          <a:prstGeom prst="triangle">
            <a:avLst>
              <a:gd name="adj" fmla="val 4952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5138" y="-1224195"/>
            <a:ext cx="5613803" cy="3969178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526058" y="2023995"/>
            <a:ext cx="9139883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b="1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探地雷达(GPR)</a:t>
            </a:r>
            <a:r>
              <a:rPr lang="en-US" altLang="zh-CN" sz="7200" b="1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信号处理</a:t>
            </a:r>
            <a:r>
              <a:rPr lang="zh-CN" altLang="en-US" sz="7200" b="1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技术报告</a:t>
            </a:r>
            <a:endParaRPr lang="zh-CN" altLang="en-US" sz="7200" b="1" dirty="0">
              <a:solidFill>
                <a:schemeClr val="accent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8695" y="2510234"/>
            <a:ext cx="4106356" cy="580850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326" y="2497567"/>
            <a:ext cx="4106356" cy="580850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910080" y="3273593"/>
            <a:ext cx="85039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GPR Signal Processing Technical Report</a:t>
            </a:r>
            <a:endParaRPr lang="en-US" altLang="zh-CN" sz="2400" b="1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87" y="4128820"/>
            <a:ext cx="1297380" cy="917298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8444" y="4196415"/>
            <a:ext cx="1049120" cy="74176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466" y="5045466"/>
            <a:ext cx="3379313" cy="235301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885" y="5021990"/>
            <a:ext cx="2005365" cy="283662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139" y="5045465"/>
            <a:ext cx="3473447" cy="23530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443842" y="1602149"/>
            <a:ext cx="4013563" cy="389589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729177" y="1876352"/>
            <a:ext cx="3442892" cy="3341951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等腰三角形 3"/>
          <p:cNvSpPr/>
          <p:nvPr/>
        </p:nvSpPr>
        <p:spPr>
          <a:xfrm rot="16200000">
            <a:off x="23162" y="1616824"/>
            <a:ext cx="10302766" cy="360457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等腰三角形 2"/>
          <p:cNvSpPr/>
          <p:nvPr/>
        </p:nvSpPr>
        <p:spPr>
          <a:xfrm rot="16200000">
            <a:off x="676035" y="1606932"/>
            <a:ext cx="10302766" cy="3604570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等腰三角形 1"/>
          <p:cNvSpPr/>
          <p:nvPr/>
        </p:nvSpPr>
        <p:spPr>
          <a:xfrm rot="16200000">
            <a:off x="1414460" y="1626715"/>
            <a:ext cx="10302766" cy="3604570"/>
          </a:xfrm>
          <a:prstGeom prst="triangle">
            <a:avLst/>
          </a:prstGeom>
          <a:solidFill>
            <a:schemeClr val="bg1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7865195" y="0"/>
            <a:ext cx="432680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7022615" y="3744283"/>
            <a:ext cx="913947" cy="887151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7022615" y="777169"/>
            <a:ext cx="913947" cy="887151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7022615" y="2260726"/>
            <a:ext cx="913947" cy="887151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椭圆 13"/>
          <p:cNvSpPr/>
          <p:nvPr/>
        </p:nvSpPr>
        <p:spPr>
          <a:xfrm>
            <a:off x="7022615" y="5257422"/>
            <a:ext cx="913947" cy="887151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184260" y="823006"/>
            <a:ext cx="7282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</a:t>
            </a:r>
            <a:endParaRPr lang="zh-CN" altLang="en-US" sz="4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127236" y="2322620"/>
            <a:ext cx="737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02</a:t>
            </a:r>
            <a:endParaRPr lang="zh-CN" altLang="en-US" sz="4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029140" y="3779941"/>
            <a:ext cx="8776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03</a:t>
            </a:r>
            <a:endParaRPr lang="zh-CN" altLang="en-US" sz="4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030696" y="5306645"/>
            <a:ext cx="9139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04</a:t>
            </a:r>
            <a:endParaRPr lang="zh-CN" altLang="en-US" sz="4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239011" y="812229"/>
            <a:ext cx="42171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原始方法与问题</a:t>
            </a:r>
            <a:endParaRPr lang="zh-CN" altLang="en-US" sz="4000" dirty="0">
              <a:solidFill>
                <a:schemeClr val="accent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301517" y="2245280"/>
            <a:ext cx="34119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文献调研与改进</a:t>
            </a:r>
            <a:endParaRPr lang="zh-CN" altLang="en-US" sz="4000" dirty="0">
              <a:solidFill>
                <a:schemeClr val="accent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01517" y="3783310"/>
            <a:ext cx="2970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消融指标对比</a:t>
            </a:r>
            <a:endParaRPr lang="zh-CN" altLang="en-US" sz="4000" dirty="0">
              <a:solidFill>
                <a:schemeClr val="accent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313835" y="5377693"/>
            <a:ext cx="35242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结论与待解决</a:t>
            </a:r>
            <a:endParaRPr lang="zh-CN" altLang="en-US" sz="4000" dirty="0">
              <a:solidFill>
                <a:schemeClr val="accent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1559" y="-849874"/>
            <a:ext cx="4161137" cy="2942086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-770237" y="2461461"/>
            <a:ext cx="6096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报告目录</a:t>
            </a:r>
            <a:endParaRPr lang="zh-CN" altLang="en-US" sz="88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293599" y="3917903"/>
            <a:ext cx="2046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CONTENTS</a:t>
            </a:r>
            <a:endParaRPr lang="zh-CN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313835" y="1454411"/>
            <a:ext cx="3094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Outline</a:t>
            </a:r>
            <a:endParaRPr lang="zh-CN" altLang="en-US" sz="2000" dirty="0"/>
          </a:p>
        </p:txBody>
      </p:sp>
      <p:sp>
        <p:nvSpPr>
          <p:cNvPr id="8" name="文本框 7"/>
          <p:cNvSpPr txBox="1"/>
          <p:nvPr/>
        </p:nvSpPr>
        <p:spPr>
          <a:xfrm>
            <a:off x="8372884" y="2874635"/>
            <a:ext cx="3094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Outline</a:t>
            </a:r>
            <a:endParaRPr lang="zh-CN" altLang="en-US" sz="2000" dirty="0"/>
          </a:p>
        </p:txBody>
      </p:sp>
      <p:sp>
        <p:nvSpPr>
          <p:cNvPr id="9" name="文本框 8"/>
          <p:cNvSpPr txBox="1"/>
          <p:nvPr/>
        </p:nvSpPr>
        <p:spPr>
          <a:xfrm>
            <a:off x="8460140" y="4487827"/>
            <a:ext cx="3094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Outline</a:t>
            </a:r>
            <a:endParaRPr lang="zh-CN" altLang="en-US" sz="2000" dirty="0"/>
          </a:p>
        </p:txBody>
      </p:sp>
      <p:sp>
        <p:nvSpPr>
          <p:cNvPr id="10" name="文本框 9"/>
          <p:cNvSpPr txBox="1"/>
          <p:nvPr/>
        </p:nvSpPr>
        <p:spPr>
          <a:xfrm>
            <a:off x="8438732" y="6020516"/>
            <a:ext cx="3094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Outline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3645104"/>
            <a:ext cx="12192000" cy="321289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0" y="3145810"/>
            <a:ext cx="12192000" cy="5115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等腰三角形 2"/>
          <p:cNvSpPr/>
          <p:nvPr/>
        </p:nvSpPr>
        <p:spPr>
          <a:xfrm rot="10800000">
            <a:off x="-324465" y="3645104"/>
            <a:ext cx="12840929" cy="1059753"/>
          </a:xfrm>
          <a:prstGeom prst="triangle">
            <a:avLst>
              <a:gd name="adj" fmla="val 4952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3213510" y="1953928"/>
            <a:ext cx="1146413" cy="1146413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213510" y="1953927"/>
            <a:ext cx="11464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</a:t>
            </a:r>
            <a:endParaRPr lang="zh-CN" altLang="en-US" sz="66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70090" y="1887378"/>
            <a:ext cx="701494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原始处理方法</a:t>
            </a:r>
            <a:endParaRPr lang="zh-CN" altLang="en-US" sz="6600" dirty="0">
              <a:solidFill>
                <a:schemeClr val="accent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27883" y="2986066"/>
            <a:ext cx="51050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Baseline Processing Pipeline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  <a:p>
            <a:pPr algn="ctr"/>
            <a:endParaRPr lang="zh-CN" altLang="en-US" sz="2400" b="1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9740" y="-736009"/>
            <a:ext cx="3920726" cy="2772106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1998" y="-2131690"/>
            <a:ext cx="6958694" cy="15014702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315" y="1272926"/>
            <a:ext cx="6401043" cy="905437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2598" y="4172642"/>
            <a:ext cx="2822398" cy="39923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90320" y="1557821"/>
            <a:ext cx="562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原始流程与问题</a:t>
            </a:r>
            <a:endParaRPr lang="zh-CN" altLang="en-US" sz="32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29360" y="931861"/>
            <a:ext cx="81280" cy="1168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096000" y="1798699"/>
            <a:ext cx="5059680" cy="2226041"/>
          </a:xfrm>
          <a:prstGeom prst="rect">
            <a:avLst/>
          </a:prstGeom>
          <a:blipFill dpi="0"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36320" y="4024740"/>
            <a:ext cx="5059680" cy="230732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/>
          <p:cNvSpPr/>
          <p:nvPr/>
        </p:nvSpPr>
        <p:spPr>
          <a:xfrm>
            <a:off x="1036320" y="1886868"/>
            <a:ext cx="4516120" cy="1745856"/>
          </a:xfrm>
          <a:prstGeom prst="roundRect">
            <a:avLst>
              <a:gd name="adj" fmla="val 31195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+mn-ea"/>
              </a:rPr>
              <a:t>处理流程：CSV→reshape(801×79)→AGC→背景抑制→PNG</a:t>
            </a:r>
            <a:endParaRPr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6639560" y="4473754"/>
            <a:ext cx="4516120" cy="1745856"/>
          </a:xfrm>
          <a:prstGeom prst="roundRect">
            <a:avLst>
              <a:gd name="adj" fmla="val 31195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+mn-ea"/>
              </a:rPr>
              <a:t>问题：AGC增益无上限；窗口固定；第79道NaN未处理</a:t>
            </a:r>
            <a:endParaRPr lang="zh-CN" altLang="en-US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478" y="-499744"/>
            <a:ext cx="3460702" cy="244685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0834" y="-19685"/>
            <a:ext cx="1296364" cy="1833727"/>
          </a:xfrm>
          <a:prstGeom prst="rect">
            <a:avLst/>
          </a:prstGeom>
        </p:spPr>
      </p:pic>
      <p:sp>
        <p:nvSpPr>
          <p:cNvPr id="11" name="箭头: 五边形 10"/>
          <p:cNvSpPr/>
          <p:nvPr/>
        </p:nvSpPr>
        <p:spPr>
          <a:xfrm>
            <a:off x="0" y="478074"/>
            <a:ext cx="7266562" cy="642025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V 形 11"/>
          <p:cNvSpPr/>
          <p:nvPr/>
        </p:nvSpPr>
        <p:spPr>
          <a:xfrm>
            <a:off x="7072641" y="478073"/>
            <a:ext cx="523925" cy="642025"/>
          </a:xfrm>
          <a:prstGeom prst="chevron">
            <a:avLst>
              <a:gd name="adj" fmla="val 6248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箭头: V 形 12"/>
          <p:cNvSpPr/>
          <p:nvPr/>
        </p:nvSpPr>
        <p:spPr>
          <a:xfrm>
            <a:off x="7424379" y="478073"/>
            <a:ext cx="427941" cy="642025"/>
          </a:xfrm>
          <a:prstGeom prst="chevron">
            <a:avLst>
              <a:gd name="adj" fmla="val 760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箭头: V 形 16"/>
          <p:cNvSpPr/>
          <p:nvPr/>
        </p:nvSpPr>
        <p:spPr>
          <a:xfrm>
            <a:off x="7755773" y="478073"/>
            <a:ext cx="373468" cy="642025"/>
          </a:xfrm>
          <a:prstGeom prst="chevron">
            <a:avLst>
              <a:gd name="adj" fmla="val 8575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52997" y="461745"/>
            <a:ext cx="5393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关键参数</a:t>
            </a:r>
            <a:endParaRPr lang="zh-CN" altLang="en-US" sz="36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直角三角形 18"/>
          <p:cNvSpPr/>
          <p:nvPr/>
        </p:nvSpPr>
        <p:spPr>
          <a:xfrm rot="10800000">
            <a:off x="-27021" y="1120093"/>
            <a:ext cx="629302" cy="425719"/>
          </a:xfrm>
          <a:prstGeom prst="rtTriangle">
            <a:avLst/>
          </a:prstGeom>
          <a:solidFill>
            <a:schemeClr val="accent1">
              <a:lumMod val="75000"/>
              <a:alpha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76057" y="1165950"/>
            <a:ext cx="5544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AGC窗口=151；背景抑制ntraces=79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145" y="390907"/>
            <a:ext cx="891058" cy="1260416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01" y="-83132"/>
            <a:ext cx="1429499" cy="2022049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79" y="-101986"/>
            <a:ext cx="1218069" cy="217705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196" y="161575"/>
            <a:ext cx="1057173" cy="14953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9012" y="3329946"/>
            <a:ext cx="3594059" cy="5083854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2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59452" y="-1430341"/>
            <a:ext cx="7773942" cy="10996367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6096000" y="2101840"/>
            <a:ext cx="0" cy="5462752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5938345" y="3657372"/>
            <a:ext cx="315310" cy="31531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椭圆 9"/>
          <p:cNvSpPr/>
          <p:nvPr/>
        </p:nvSpPr>
        <p:spPr>
          <a:xfrm>
            <a:off x="5938345" y="5212904"/>
            <a:ext cx="315310" cy="31531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: 圆角 12"/>
          <p:cNvSpPr/>
          <p:nvPr/>
        </p:nvSpPr>
        <p:spPr>
          <a:xfrm>
            <a:off x="809299" y="3150248"/>
            <a:ext cx="4666591" cy="1418896"/>
          </a:xfrm>
          <a:prstGeom prst="roundRect">
            <a:avLst>
              <a:gd name="adj" fmla="val 33704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+mn-ea"/>
              </a:rPr>
              <a:t>基线方法：AGC+滑动平均；SNR 11.97 dB</a:t>
            </a:r>
            <a:endParaRPr lang="zh-CN" altLang="en-US" dirty="0">
              <a:solidFill>
                <a:schemeClr val="bg1"/>
              </a:solidFill>
              <a:latin typeface="+mn-ea"/>
            </a:endParaRPr>
          </a:p>
          <a:p>
            <a:endParaRPr lang="zh-CN" altLang="en-US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6716110" y="1731352"/>
            <a:ext cx="4666591" cy="1418896"/>
          </a:xfrm>
          <a:prstGeom prst="roundRect">
            <a:avLst>
              <a:gd name="adj" fmla="val 3370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+mn-ea"/>
              </a:rPr>
              <a:t>改进A：SVD低秩；rank=1；SNR 11.64 dB；0.65s</a:t>
            </a:r>
            <a:endParaRPr lang="zh-CN" altLang="en-US" dirty="0"/>
          </a:p>
        </p:txBody>
      </p:sp>
      <p:sp>
        <p:nvSpPr>
          <p:cNvPr id="15" name="矩形: 圆角 14"/>
          <p:cNvSpPr/>
          <p:nvPr/>
        </p:nvSpPr>
        <p:spPr>
          <a:xfrm>
            <a:off x="6716110" y="4833216"/>
            <a:ext cx="4666591" cy="1418896"/>
          </a:xfrm>
          <a:prstGeom prst="roundRect">
            <a:avLst>
              <a:gd name="adj" fmla="val 3370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+mn-ea"/>
              </a:rPr>
              <a:t>改进B：AGC增益上限；window=301，cap=10；SNR 8.33 dB</a:t>
            </a:r>
            <a:endParaRPr lang="zh-CN" altLang="en-US" dirty="0"/>
          </a:p>
        </p:txBody>
      </p:sp>
      <p:sp>
        <p:nvSpPr>
          <p:cNvPr id="35" name="椭圆 34"/>
          <p:cNvSpPr/>
          <p:nvPr/>
        </p:nvSpPr>
        <p:spPr>
          <a:xfrm>
            <a:off x="5933091" y="2102286"/>
            <a:ext cx="315310" cy="31531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箭头: 五边形 41"/>
          <p:cNvSpPr/>
          <p:nvPr/>
        </p:nvSpPr>
        <p:spPr>
          <a:xfrm>
            <a:off x="0" y="478074"/>
            <a:ext cx="7266562" cy="642025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箭头: V 形 42"/>
          <p:cNvSpPr/>
          <p:nvPr/>
        </p:nvSpPr>
        <p:spPr>
          <a:xfrm>
            <a:off x="7072641" y="478073"/>
            <a:ext cx="523925" cy="642025"/>
          </a:xfrm>
          <a:prstGeom prst="chevron">
            <a:avLst>
              <a:gd name="adj" fmla="val 6248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箭头: V 形 43"/>
          <p:cNvSpPr/>
          <p:nvPr/>
        </p:nvSpPr>
        <p:spPr>
          <a:xfrm>
            <a:off x="7424379" y="478073"/>
            <a:ext cx="427941" cy="642025"/>
          </a:xfrm>
          <a:prstGeom prst="chevron">
            <a:avLst>
              <a:gd name="adj" fmla="val 760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5" name="箭头: V 形 44"/>
          <p:cNvSpPr/>
          <p:nvPr/>
        </p:nvSpPr>
        <p:spPr>
          <a:xfrm>
            <a:off x="7755773" y="478073"/>
            <a:ext cx="373468" cy="642025"/>
          </a:xfrm>
          <a:prstGeom prst="chevron">
            <a:avLst>
              <a:gd name="adj" fmla="val 8575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52997" y="461745"/>
            <a:ext cx="5393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改进方法与结果</a:t>
            </a:r>
            <a:endParaRPr lang="zh-CN" altLang="en-US" sz="36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" name="直角三角形 46"/>
          <p:cNvSpPr/>
          <p:nvPr/>
        </p:nvSpPr>
        <p:spPr>
          <a:xfrm rot="10800000">
            <a:off x="-27021" y="1120093"/>
            <a:ext cx="629302" cy="425719"/>
          </a:xfrm>
          <a:prstGeom prst="rtTriangle">
            <a:avLst/>
          </a:prstGeom>
          <a:solidFill>
            <a:schemeClr val="accent1">
              <a:lumMod val="75000"/>
              <a:alpha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776057" y="1165950"/>
            <a:ext cx="5544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结论：SVD接近基线且更快；AGC需调参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145" y="390907"/>
            <a:ext cx="891058" cy="1260416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196" y="166310"/>
            <a:ext cx="1057173" cy="149538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01" y="-83132"/>
            <a:ext cx="1429499" cy="202204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79" y="-101986"/>
            <a:ext cx="1218069" cy="217705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478" y="-499744"/>
            <a:ext cx="3460702" cy="24468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-37465" y="-38100"/>
            <a:ext cx="12302490" cy="689483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等腰三角形 1"/>
          <p:cNvSpPr/>
          <p:nvPr/>
        </p:nvSpPr>
        <p:spPr>
          <a:xfrm rot="5400000">
            <a:off x="1414460" y="1626715"/>
            <a:ext cx="10302766" cy="360457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等腰三角形 2"/>
          <p:cNvSpPr/>
          <p:nvPr/>
        </p:nvSpPr>
        <p:spPr>
          <a:xfrm rot="5400000">
            <a:off x="676035" y="1606932"/>
            <a:ext cx="10302766" cy="3604570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等腰三角形 3"/>
          <p:cNvSpPr/>
          <p:nvPr/>
        </p:nvSpPr>
        <p:spPr>
          <a:xfrm rot="5400000">
            <a:off x="23162" y="1616824"/>
            <a:ext cx="10302766" cy="3604570"/>
          </a:xfrm>
          <a:prstGeom prst="triangle">
            <a:avLst/>
          </a:prstGeom>
          <a:solidFill>
            <a:schemeClr val="bg1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 rot="10800000">
            <a:off x="-167005" y="-149860"/>
            <a:ext cx="4191635" cy="70084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98092" y="1935681"/>
            <a:ext cx="507428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谢谢观看</a:t>
            </a:r>
            <a:endParaRPr lang="zh-CN" altLang="en-US" sz="9600" dirty="0">
              <a:solidFill>
                <a:schemeClr val="accent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963" y="3509622"/>
            <a:ext cx="69522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Thank you</a:t>
            </a:r>
            <a:r>
              <a:rPr lang="zh-CN" altLang="en-US" sz="48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 xml:space="preserve"> </a:t>
            </a:r>
            <a:r>
              <a:rPr lang="en-US" altLang="zh-CN" sz="48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for</a:t>
            </a:r>
            <a:r>
              <a:rPr lang="zh-CN" altLang="en-US" sz="48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 xml:space="preserve"> </a:t>
            </a:r>
            <a:r>
              <a:rPr lang="en-US" altLang="zh-CN" sz="48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watching</a:t>
            </a:r>
            <a:r>
              <a:rPr lang="zh-CN" altLang="en-US" sz="48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 xml:space="preserve"> </a:t>
            </a:r>
            <a:endParaRPr lang="zh-CN" altLang="en-US" sz="4800" dirty="0">
              <a:solidFill>
                <a:schemeClr val="accent1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756" y="-849874"/>
            <a:ext cx="4161137" cy="294208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566" y="108020"/>
            <a:ext cx="7474443" cy="10572719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90880" y="6355715"/>
            <a:ext cx="36683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rgbClr val="203864"/>
                </a:solidFill>
              </a:rPr>
              <a:t>GPR算法报告 · 2026-03-02</a:t>
            </a:r>
            <a:endParaRPr lang="zh-CN" altLang="en-US" sz="1600">
              <a:solidFill>
                <a:srgbClr val="203864"/>
              </a:solidFill>
            </a:endParaRPr>
          </a:p>
        </p:txBody>
      </p:sp>
    </p:spTree>
  </p:cSld>
  <p:clrMapOvr>
    <a:masterClrMapping/>
  </p:clrMapOvr>
</p:sld>
</file>

<file path=ppt/tags/tag25.xml><?xml version="1.0" encoding="utf-8"?>
<p:tagLst xmlns:p="http://schemas.openxmlformats.org/presentationml/2006/main">
  <p:tag name="COMMONDATA" val="eyJoZGlkIjoiY2I1OGY1YTNlMjQ3ZmI2ZGJjYWRlMmY0NmVmYTEzMTUifQ=="/>
  <p:tag name="commondata" val="eyJoZGlkIjoiODViY2JkMjU3NGYzZTEwMzZmMGFkZWViYmNkYWU3ND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608</Words>
  <Application>WPS 演示</Application>
  <PresentationFormat>宽屏</PresentationFormat>
  <Paragraphs>138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黑体</vt:lpstr>
      <vt:lpstr>等线</vt:lpstr>
      <vt:lpstr>等线 Light</vt:lpstr>
      <vt:lpstr>微软雅黑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映昵 向</dc:creator>
  <cp:lastModifiedBy>邹俐均</cp:lastModifiedBy>
  <cp:revision>38</cp:revision>
  <dcterms:created xsi:type="dcterms:W3CDTF">2024-05-06T14:11:00Z</dcterms:created>
  <dcterms:modified xsi:type="dcterms:W3CDTF">2024-06-03T09:47:57Z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71EBC29B06834F26B485FA1E5FCD2594_12</vt:lpwstr>
  </property>
  <property fmtid="{D5CDD505-2E9C-101B-9397-08002B2CF9AE}" pid="3" name="KSOProductBuildVer">
    <vt:lpwstr>2052-12.1.0.16929</vt:lpwstr>
  </property>
</Properties>
</file>